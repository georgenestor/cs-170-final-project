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4"/>
  </p:sldMasterIdLst>
  <p:notesMasterIdLst>
    <p:notesMasterId r:id="rId13"/>
  </p:notesMasterIdLst>
  <p:handoutMasterIdLst>
    <p:handoutMasterId r:id="rId14"/>
  </p:handoutMasterIdLst>
  <p:sldIdLst>
    <p:sldId id="315" r:id="rId5"/>
    <p:sldId id="316" r:id="rId6"/>
    <p:sldId id="317" r:id="rId7"/>
    <p:sldId id="319" r:id="rId8"/>
    <p:sldId id="318" r:id="rId9"/>
    <p:sldId id="320" r:id="rId10"/>
    <p:sldId id="321" r:id="rId11"/>
    <p:sldId id="32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5AA1BD55-57CD-466E-0725-B6CBA11E0D12}" name="Lauren Weldy (ALLEGIS GROUP SERVICES)" initials="LW" userId="S::v-lweldy@microsoft.com::07a2285c-a352-4b96-8658-ecc34365c1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5388" autoAdjust="0"/>
  </p:normalViewPr>
  <p:slideViewPr>
    <p:cSldViewPr snapToGrid="0">
      <p:cViewPr varScale="1">
        <p:scale>
          <a:sx n="85" d="100"/>
          <a:sy n="85" d="100"/>
        </p:scale>
        <p:origin x="63" y="95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>
        <p:scale>
          <a:sx n="1" d="2"/>
          <a:sy n="1" d="2"/>
        </p:scale>
        <p:origin x="2640" y="28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89D207-BE08-4B33-B5B0-5A5A94C951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58DB9-49DC-495B-A68F-33D105C906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A1AC4-3AE8-4F87-AAED-904EC6054702}" type="datetimeFigureOut">
              <a:rPr lang="en-US" smtClean="0"/>
              <a:t>12/3/25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6337E-DAD5-442C-9B8F-E10EB7D972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3BDF2-02BD-4181-AC28-FD56172CC6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8A362-CAFC-4987-9A50-4757052839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7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56653-6123-4FE4-861F-5F9583BF59B0}" type="datetimeFigureOut">
              <a:rPr lang="en-US" smtClean="0"/>
              <a:t>12/3/25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EB602-95FC-483A-B12D-216A7AD7EA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4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08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06206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8494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534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7585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521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94837D5C-EE88-BE2B-5940-6A8E20CAE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D6331A-AE6C-3009-DDD4-1671FF7E0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D7D28B-DE67-0B99-CDEB-A037FFC56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B9F3E3-6134-5423-F75E-B36E71A65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1F677F-A1EC-4CDA-E80E-4B3695465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1E2C06-C49E-A5AA-07A3-D134EFA3D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BA39D8-E4F7-CD36-B80A-49D228C0F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6F4721-4B2C-0638-8409-054F6738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947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22554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14089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6319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23653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2157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75813" y="0"/>
            <a:ext cx="4016188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134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178" y="1361923"/>
            <a:ext cx="6623040" cy="1421898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EA5BF-04A6-2B17-0703-8419C4DB97F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87399" y="2916772"/>
            <a:ext cx="6622819" cy="2852639"/>
          </a:xfrm>
        </p:spPr>
        <p:txBody>
          <a:bodyPr anchor="t"/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2000" b="0"/>
            </a:lvl1pPr>
            <a:lvl2pPr>
              <a:lnSpc>
                <a:spcPct val="125000"/>
              </a:lnSpc>
              <a:spcAft>
                <a:spcPts val="600"/>
              </a:spcAft>
              <a:defRPr/>
            </a:lvl2pPr>
            <a:lvl3pPr>
              <a:lnSpc>
                <a:spcPct val="125000"/>
              </a:lnSpc>
              <a:spcAft>
                <a:spcPts val="600"/>
              </a:spcAft>
              <a:defRPr/>
            </a:lvl3pPr>
            <a:lvl4pPr>
              <a:lnSpc>
                <a:spcPct val="125000"/>
              </a:lnSpc>
              <a:spcAft>
                <a:spcPts val="600"/>
              </a:spcAft>
              <a:defRPr/>
            </a:lvl4pPr>
            <a:lvl5pPr>
              <a:lnSpc>
                <a:spcPct val="125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144405"/>
            <a:ext cx="815008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6532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182CF530-D736-4104-8678-850EEDF9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178" y="6309360"/>
            <a:ext cx="662304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Date Placeholder 5">
            <a:extLst>
              <a:ext uri="{FF2B5EF4-FFF2-40B4-BE49-F238E27FC236}">
                <a16:creationId xmlns:a16="http://schemas.microsoft.com/office/drawing/2014/main" id="{8DEDB7CE-711E-4E43-9450-4C7BECE2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9537" y="6309360"/>
            <a:ext cx="1885598" cy="457200"/>
          </a:xfrm>
        </p:spPr>
        <p:txBody>
          <a:bodyPr/>
          <a:lstStyle/>
          <a:p>
            <a:r>
              <a:rPr lang="en-US" dirty="0"/>
              <a:t>9/8/20XX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F5D9588C-9E6B-42F6-8B42-D1838862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42523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79D74E-6357-D3E7-30C0-09B4B82BA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3482" y="1095507"/>
            <a:ext cx="3997653" cy="50168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534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825689"/>
            <a:ext cx="7685728" cy="37415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30" y="825687"/>
            <a:ext cx="5957384" cy="3741551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36013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Picture Placeholder 64">
            <a:extLst>
              <a:ext uri="{FF2B5EF4-FFF2-40B4-BE49-F238E27FC236}">
                <a16:creationId xmlns:a16="http://schemas.microsoft.com/office/drawing/2014/main" id="{D60E3C33-714C-4528-93A6-4470C3E89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10836" y="-2"/>
            <a:ext cx="4481164" cy="6858002"/>
          </a:xfrm>
          <a:custGeom>
            <a:avLst/>
            <a:gdLst>
              <a:gd name="connsiteX0" fmla="*/ 0 w 5332064"/>
              <a:gd name="connsiteY0" fmla="*/ 0 h 6858002"/>
              <a:gd name="connsiteX1" fmla="*/ 5332064 w 5332064"/>
              <a:gd name="connsiteY1" fmla="*/ 0 h 6858002"/>
              <a:gd name="connsiteX2" fmla="*/ 5332064 w 5332064"/>
              <a:gd name="connsiteY2" fmla="*/ 6858002 h 6858002"/>
              <a:gd name="connsiteX3" fmla="*/ 0 w 5332064"/>
              <a:gd name="connsiteY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064" h="6858002">
                <a:moveTo>
                  <a:pt x="0" y="0"/>
                </a:moveTo>
                <a:lnTo>
                  <a:pt x="5332064" y="0"/>
                </a:lnTo>
                <a:lnTo>
                  <a:pt x="5332064" y="6858002"/>
                </a:lnTo>
                <a:lnTo>
                  <a:pt x="0" y="6858002"/>
                </a:ln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2498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430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7E77A60-3019-43AE-AA38-E130C04CF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DBF0FB-88D2-4271-BFAF-D129CF8C2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0325" y="-4078"/>
            <a:ext cx="5787773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2B807B-6DFA-471C-B675-016416207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1031500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55D4C0-9882-489D-AD77-A9F38B378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1095508"/>
            <a:ext cx="5742273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EC5ED-FCAE-682A-C050-58786819E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16" y="1316736"/>
            <a:ext cx="5120640" cy="3392424"/>
          </a:xfrm>
        </p:spPr>
        <p:txBody>
          <a:bodyPr anchor="b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15C8BDC7-F09C-40A3-B14E-9A49781EE6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49828" y="4816366"/>
            <a:ext cx="5125300" cy="1068929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</a:lstStyle>
          <a:p>
            <a:r>
              <a:rPr lang="en-US" sz="2000" dirty="0">
                <a:solidFill>
                  <a:schemeClr val="tx2"/>
                </a:solidFill>
              </a:rPr>
              <a:t>Click to add subtitle</a:t>
            </a:r>
          </a:p>
        </p:txBody>
      </p:sp>
      <p:sp>
        <p:nvSpPr>
          <p:cNvPr id="40" name="Picture Placeholder 38">
            <a:extLst>
              <a:ext uri="{FF2B5EF4-FFF2-40B4-BE49-F238E27FC236}">
                <a16:creationId xmlns:a16="http://schemas.microsoft.com/office/drawing/2014/main" id="{AB2070F4-085F-4F8D-A1E8-A58E5F8F06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099" y="1095509"/>
            <a:ext cx="6391656" cy="50168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7A5DB4-1ED7-4630-89AF-F1802E44E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44405"/>
            <a:ext cx="644667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E5D4012-4107-490F-A369-EA7063242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6167615"/>
            <a:ext cx="5742273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5C79E2-9EA5-4713-B4AF-0E4572CFF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12249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74C09E2-06F0-4230-8DAD-A0DBF01F8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79494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427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C341663-7159-49AD-AAF3-4B3C490D8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F2EB12-394C-40E4-9186-CBD6635B5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7552" y="0"/>
            <a:ext cx="751444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3F9468C-8821-4670-9C7C-78E7D7586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1023" y="167463"/>
            <a:ext cx="6408058" cy="158089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78806-0532-B92A-4326-73941B4232E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0" y="0"/>
            <a:ext cx="4613275" cy="685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3D2425-8E71-4C9D-8737-018CE4452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21655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EB24183-BE19-B810-4EF4-D9959CAD150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40405" y="1959427"/>
            <a:ext cx="6408665" cy="4161653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0"/>
            </a:lvl1pPr>
            <a:lvl2pPr>
              <a:lnSpc>
                <a:spcPct val="100000"/>
              </a:lnSpc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Aft>
                <a:spcPts val="600"/>
              </a:spcAft>
              <a:defRPr sz="1800"/>
            </a:lvl4pPr>
            <a:lvl5pPr>
              <a:lnSpc>
                <a:spcPct val="100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D15B6AB-EFBA-3087-EC3D-8DA945B7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405" y="6309360"/>
            <a:ext cx="3982428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A3371A6-1409-7906-744F-59D906DF6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8415" y="6309360"/>
            <a:ext cx="1215204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9/8/20XX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546652F-6212-09E9-1A75-28F7C8EE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418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8" y="1034477"/>
            <a:ext cx="9380431" cy="2614551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94ADB5-E70F-B672-CBEB-D8194AEA79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86177" y="3649028"/>
            <a:ext cx="9380431" cy="2164715"/>
          </a:xfrm>
        </p:spPr>
        <p:txBody>
          <a:bodyPr anchor="t"/>
          <a:lstStyle>
            <a:lvl1pPr marL="0" indent="0">
              <a:lnSpc>
                <a:spcPct val="125000"/>
              </a:lnSpc>
              <a:buNone/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2400" b="0" kern="1200" spc="15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935738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30FB3D5A-25E2-453F-A78E-0A20BDCE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96342-0E80-4F8E-9563-9F5EDFC0D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9B2F5D-C3BA-453E-8F4D-97074F4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3752"/>
            <a:ext cx="10013709" cy="103327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778233C-CCEC-FC64-A709-616569B37D2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502269"/>
            <a:ext cx="4753581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7FEFA15-354D-6389-9102-922A664A73A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966630" y="502269"/>
            <a:ext cx="4753581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74FDF0-F4BE-433D-86EE-9E1832D4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FCD07-1301-45ED-B326-449ECFAD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7804587-2E59-4D83-B86E-83ADAE4FDC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3064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2AD8E1-37CB-EB1E-9394-A293E1F2107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2590800"/>
            <a:ext cx="6441412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B37B294-6F01-986D-E8E5-119AE9A8F2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7362" y="2590800"/>
            <a:ext cx="3522849" cy="3718557"/>
          </a:xfrm>
        </p:spPr>
        <p:txBody>
          <a:bodyPr anchor="t">
            <a:normAutofit/>
          </a:bodyPr>
          <a:lstStyle>
            <a:lvl1pPr marL="285750" indent="-285750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47BB165-F380-48C4-B95B-C09C9189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1" y="6309360"/>
            <a:ext cx="5049579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0805E9B-6657-4167-BD79-CAC59C0D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0EFA1AD-93FB-148E-CFC6-A6E5D996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</p:spTree>
    <p:extLst>
      <p:ext uri="{BB962C8B-B14F-4D97-AF65-F5344CB8AC3E}">
        <p14:creationId xmlns:p14="http://schemas.microsoft.com/office/powerpoint/2010/main" val="16164776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016188" cy="10565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88518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6511" y="1393926"/>
            <a:ext cx="7042570" cy="1626225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EF27B53-079D-232F-8AA5-ED461B34E8D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06741" y="3153103"/>
            <a:ext cx="7042335" cy="2648312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41913" y="6144405"/>
            <a:ext cx="8150087" cy="7135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86412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4F4FDF97-2780-775F-9416-96F7A9066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2202" y="6309360"/>
            <a:ext cx="4280135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A03787D1-4AB7-2166-D4DB-A3878CBB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06511" y="6309360"/>
            <a:ext cx="1513289" cy="457200"/>
          </a:xfrm>
        </p:spPr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9/8/20XX</a:t>
            </a:r>
            <a:endParaRPr lang="en-US" dirty="0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4F8C5CD2-BF99-0846-2E4A-179E6C459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8002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2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30FB3D5A-25E2-453F-A78E-0A20BDCE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96342-0E80-4F8E-9563-9F5EDFC0D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9B2F5D-C3BA-453E-8F4D-97074F4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3752"/>
            <a:ext cx="10013709" cy="103327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74FDF0-F4BE-433D-86EE-9E1832D4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FCD07-1301-45ED-B326-449ECFAD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F875EEC-3E6C-5B97-FFE8-0D1ECAAAE98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35372" y="462243"/>
            <a:ext cx="3098425" cy="3866324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1178" indent="0">
              <a:lnSpc>
                <a:spcPct val="125000"/>
              </a:lnSpc>
              <a:spcAft>
                <a:spcPts val="600"/>
              </a:spcAft>
              <a:buNone/>
              <a:defRPr sz="1800"/>
            </a:lvl2pPr>
            <a:lvl3pPr marL="566928" indent="0">
              <a:lnSpc>
                <a:spcPct val="125000"/>
              </a:lnSpc>
              <a:spcAft>
                <a:spcPts val="600"/>
              </a:spcAft>
              <a:buNone/>
              <a:defRPr sz="1800"/>
            </a:lvl3pPr>
            <a:lvl4pPr marL="850392" indent="0">
              <a:lnSpc>
                <a:spcPct val="125000"/>
              </a:lnSpc>
              <a:spcAft>
                <a:spcPts val="600"/>
              </a:spcAft>
              <a:buNone/>
              <a:defRPr sz="1800"/>
            </a:lvl4pPr>
            <a:lvl5pPr marL="1133856" indent="0">
              <a:lnSpc>
                <a:spcPct val="125000"/>
              </a:lnSpc>
              <a:spcAft>
                <a:spcPts val="600"/>
              </a:spcAft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7">
            <a:extLst>
              <a:ext uri="{FF2B5EF4-FFF2-40B4-BE49-F238E27FC236}">
                <a16:creationId xmlns:a16="http://schemas.microsoft.com/office/drawing/2014/main" id="{0C5070DA-50C2-065D-00B0-3B12070D77E7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5075238" y="461735"/>
            <a:ext cx="6473842" cy="386715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2F8DD265-980F-4708-EDDF-3130F434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8315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2A19A957-1FB5-43F8-B325-BBD9FEF23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A5410A-92A6-4C0B-9D89-186B7DD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3516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A26073-23A2-4B91-A128-79AA1BE93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351619"/>
            <a:ext cx="12192000" cy="474948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4D5DFA-0CEA-43F0-98EE-6C9F741F7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107836"/>
            <a:ext cx="4651248" cy="750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E19795B-1103-80EF-6098-1E8371D07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935" y="91439"/>
            <a:ext cx="10900146" cy="1168739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4F766-C576-F298-E93A-CD0D832F8E4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8935" y="1646102"/>
            <a:ext cx="3819652" cy="4160520"/>
          </a:xfrm>
        </p:spPr>
        <p:txBody>
          <a:bodyPr anchor="t">
            <a:normAutofit/>
          </a:bodyPr>
          <a:lstStyle>
            <a:lvl1pPr>
              <a:lnSpc>
                <a:spcPct val="125000"/>
              </a:lnSpc>
              <a:spcAft>
                <a:spcPts val="600"/>
              </a:spcAft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52712D-F957-4B22-8B50-BE10410FF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01107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ooter Placeholder 29">
            <a:extLst>
              <a:ext uri="{FF2B5EF4-FFF2-40B4-BE49-F238E27FC236}">
                <a16:creationId xmlns:a16="http://schemas.microsoft.com/office/drawing/2014/main" id="{26FD74F8-42BB-4CB4-ABF1-5F149743B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2917" y="6309360"/>
            <a:ext cx="3423986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Date Placeholder 28">
            <a:extLst>
              <a:ext uri="{FF2B5EF4-FFF2-40B4-BE49-F238E27FC236}">
                <a16:creationId xmlns:a16="http://schemas.microsoft.com/office/drawing/2014/main" id="{5B031752-6400-4BFB-979F-E2EE795E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620" y="6309360"/>
            <a:ext cx="3411973" cy="4572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2" name="Slide Number Placeholder 30">
            <a:extLst>
              <a:ext uri="{FF2B5EF4-FFF2-40B4-BE49-F238E27FC236}">
                <a16:creationId xmlns:a16="http://schemas.microsoft.com/office/drawing/2014/main" id="{6A5CAEAF-7DEC-4B20-8B1E-301A9D0E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B696A3-EA34-4924-9037-E330B1CB8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3798" y="6117631"/>
            <a:ext cx="64008" cy="7403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94D0A7-4358-49BF-96EE-8DEB6F4DCF5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679661" y="1646102"/>
            <a:ext cx="6863403" cy="4160520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17369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74D0E84D-2B51-9F8D-82CE-C086143DC605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630363" y="2757951"/>
            <a:ext cx="9918700" cy="3387579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0DB9557B-D9D3-4FA9-2D64-D2F91957D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BC3F5B3-7690-C0DA-4084-5EFE50E8C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99E56FFE-09D7-3078-C9E8-DFE8CF68AA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</p:spTree>
    <p:extLst>
      <p:ext uri="{BB962C8B-B14F-4D97-AF65-F5344CB8AC3E}">
        <p14:creationId xmlns:p14="http://schemas.microsoft.com/office/powerpoint/2010/main" val="24340333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3DC2F0A-1748-49AE-AF72-D6BBB4F8F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3DF7B1-E0C5-4E09-BB5C-F11EA14D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66789"/>
            <a:ext cx="6833381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BC678EC-E47C-4AC2-A75A-7022CECD00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4622" y="848455"/>
            <a:ext cx="5102365" cy="2601914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74E69A-5ABD-42DF-A2B0-997A62625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063" y="920164"/>
            <a:ext cx="1070775" cy="24661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2B6D0A-4A1F-4B59-B429-AD3FABC74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B66529-F6B7-4C1C-8291-8139628D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48456"/>
            <a:ext cx="6833382" cy="717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2245B9-34B5-4F89-8EA6-C018B9D4F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8023" y="3442673"/>
            <a:ext cx="5333977" cy="34153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0814BE-76E8-43EC-9616-A1F02F053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96996"/>
            <a:ext cx="1219200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8AAA0A6-9D4B-4AA2-82F0-77E5ECF4B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86762" y="3928342"/>
            <a:ext cx="4162319" cy="2285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17" name="Footer Placeholder 12">
            <a:extLst>
              <a:ext uri="{FF2B5EF4-FFF2-40B4-BE49-F238E27FC236}">
                <a16:creationId xmlns:a16="http://schemas.microsoft.com/office/drawing/2014/main" id="{8E3FFD99-95F0-47A4-8642-FB9FECEC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5917" y="6309360"/>
            <a:ext cx="4946592" cy="457200"/>
          </a:xfrm>
        </p:spPr>
        <p:txBody>
          <a:bodyPr/>
          <a:lstStyle>
            <a:lvl1pPr>
              <a:defRPr lang="en-US" sz="12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727536-E532-4015-A178-0ABB6B09C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1">
            <a:extLst>
              <a:ext uri="{FF2B5EF4-FFF2-40B4-BE49-F238E27FC236}">
                <a16:creationId xmlns:a16="http://schemas.microsoft.com/office/drawing/2014/main" id="{22977876-C29D-4D32-9948-303465AE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77730" y="6309360"/>
            <a:ext cx="2736329" cy="457200"/>
          </a:xfrm>
        </p:spPr>
        <p:txBody>
          <a:bodyPr/>
          <a:lstStyle/>
          <a:p>
            <a:r>
              <a:rPr lang="en-US" dirty="0"/>
              <a:t>9/8/20XX</a:t>
            </a:r>
          </a:p>
        </p:txBody>
      </p:sp>
      <p:sp>
        <p:nvSpPr>
          <p:cNvPr id="20" name="Slide Number Placeholder 15">
            <a:extLst>
              <a:ext uri="{FF2B5EF4-FFF2-40B4-BE49-F238E27FC236}">
                <a16:creationId xmlns:a16="http://schemas.microsoft.com/office/drawing/2014/main" id="{6A7BC11E-2EF0-4989-9A7E-7AB377DB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557ABF-B75C-BD78-1A04-E483A57A9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7712" y="0"/>
            <a:ext cx="5728216" cy="845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8385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9" y="825687"/>
            <a:ext cx="9643772" cy="5201730"/>
          </a:xfrm>
        </p:spPr>
        <p:txBody>
          <a:bodyPr tIns="182880" anchor="ctr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C0C09F-8990-542B-199E-E6FADE2FE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6F60C3-341E-9533-2415-66360A25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753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48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682" r:id="rId24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109728" tIns="109728" rIns="109728" bIns="91440" rtlCol="0" anchor="ctr">
            <a:normAutofit/>
          </a:bodyPr>
          <a:lstStyle/>
          <a:p>
            <a:r>
              <a:rPr lang="en-US" dirty="0"/>
              <a:t>CS-170 Final Project</a:t>
            </a:r>
          </a:p>
        </p:txBody>
      </p:sp>
    </p:spTree>
    <p:extLst>
      <p:ext uri="{BB962C8B-B14F-4D97-AF65-F5344CB8AC3E}">
        <p14:creationId xmlns:p14="http://schemas.microsoft.com/office/powerpoint/2010/main" val="232390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971F9-22E3-2EFA-34CF-C83F0FB57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Uploading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19B83-F7BC-A61A-38B6-6F05FA55BB04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E0A90A-79ED-7CD8-A89E-2352C008C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623" y="2301668"/>
            <a:ext cx="10225440" cy="455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511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B056E-47ED-0546-1DF1-74D85EBE8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Showing data information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A7210E7D-8C3B-4AC0-A5B1-772CEF91681C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26255B-D694-BB26-330C-D9C1146F2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8800"/>
            <a:ext cx="9039210" cy="41144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BAAF21-2DAD-1B29-3377-1460B7146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451" y="2333501"/>
            <a:ext cx="10949372" cy="392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64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10FB7-EAA9-FD0C-5CA4-339416DB4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 graph of # of cars per year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D5DD51EE-6F8B-BC61-1A7E-D1CF3848D6FA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80D1D3-9066-5AC5-E4FF-B31FCD032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888" y="2435468"/>
            <a:ext cx="9579601" cy="381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949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670C5-48FF-D2F4-5153-9BADF0A00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BE6027-A657-4388-64F5-3C5A6BCAA39A}"/>
              </a:ext>
            </a:extLst>
          </p:cNvPr>
          <p:cNvSpPr txBox="1"/>
          <p:nvPr/>
        </p:nvSpPr>
        <p:spPr>
          <a:xfrm>
            <a:off x="1208942" y="2332404"/>
            <a:ext cx="104286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Tx/>
              <a:buChar char="-"/>
            </a:pPr>
            <a:r>
              <a:rPr lang="en-US" dirty="0"/>
              <a:t>Goals 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Find fastest car per year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Fastest cars per brand 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Best value car, #1 and top 10</a:t>
            </a:r>
          </a:p>
        </p:txBody>
      </p:sp>
    </p:spTree>
    <p:extLst>
      <p:ext uri="{BB962C8B-B14F-4D97-AF65-F5344CB8AC3E}">
        <p14:creationId xmlns:p14="http://schemas.microsoft.com/office/powerpoint/2010/main" val="888233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9F199-1C6F-205D-AC38-7C0F648D6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Fastest car per year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2BD6DA7-743D-5CBA-FCD5-D5C5A27BA3D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428482-056B-587F-80CF-50203A5B1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341" y="2462237"/>
            <a:ext cx="10994659" cy="381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313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54CEB-2736-489C-9EBD-4CAB8BCE6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cars per brand 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45B9A24-9A8C-C51D-EFFF-659751CF2340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2A35F0-0524-51AE-94D9-D56F3D82D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467" y="2247771"/>
            <a:ext cx="8245976" cy="440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720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7ED38-6CCE-F76D-172A-28592688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value car #1 and top 10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75576EFF-7FB7-9443-C4C0-62E4CAE72B93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5C19EE-C144-5608-ED28-81223D717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363" y="1877645"/>
            <a:ext cx="7610911" cy="475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982328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FF477C-132F-44F8-8C56-EBFF95FAF97B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F36CB81-A037-44A8-88EB-C0C0F17FD4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1AA24C-4CA6-40FF-8947-DA1F6F47456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417</Words>
  <Application>Microsoft Office PowerPoint</Application>
  <PresentationFormat>Widescreen</PresentationFormat>
  <Paragraphs>120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ShojiVTI</vt:lpstr>
      <vt:lpstr>CS-170 Final Project</vt:lpstr>
      <vt:lpstr>Uploading Data </vt:lpstr>
      <vt:lpstr>Showing data information</vt:lpstr>
      <vt:lpstr>Bar graph of # of cars per year</vt:lpstr>
      <vt:lpstr>New Data</vt:lpstr>
      <vt:lpstr>Fastest car per year</vt:lpstr>
      <vt:lpstr>Number of cars per brand </vt:lpstr>
      <vt:lpstr>Best value car #1 and top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dc:creator>Nestor, George</dc:creator>
  <cp:lastModifiedBy>Nestor, George</cp:lastModifiedBy>
  <cp:revision>3</cp:revision>
  <dcterms:created xsi:type="dcterms:W3CDTF">2025-12-03T14:02:54Z</dcterms:created>
  <dcterms:modified xsi:type="dcterms:W3CDTF">2025-12-03T14:30:12Z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